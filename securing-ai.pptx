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continues the Nova story: Nova is popular, and now the risks show up. Each control is introduced when a problem needs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Reuse the Part 1 picture. Point at each arrow and ask: who could abuse this?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Popularity exposes risks that pilots never show. Ask the room which one worries their customers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mix these up. Separating them makes conversations clearer.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layers as Part 1 so the audience can map threat to layer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incidents start with weak identity or shared keys. Tie access to corporate identity, not shared API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infra security still applies; AI adds shared GPUs and large model files to protect.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Denial of wallet is new: attackers burn your GPU budget instead of taking the site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RAG failure: everything indexed into one pool. Permission-aware retrieval fixes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questions to ask any vendor: where does data go, who sees it, how long is it kept, is it used for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Guardrails wrap the model at the endpoint. They are policy in code, not a replacement for access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them. No single guardrail is perfect, so combine input, output and permission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demo: a PDF that says ignore previous instructions. Agents with tools raise the 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operational problems as much as security ones; customers feel them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you cannot see you cannot secure. Observability is the safety net for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current regulations per customer geography; this list is indicative.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questions that open a security conversation without deep technical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Replay the Part 1 finale and add the security step at each 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Nova: trust came from controls at every layer, not one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🛡️🧠🔐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AI: Part 2 of the Nova Story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secure access, data protection and real-time AI problems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presales &amp; sales teams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Nova, and every arrow is an attack surface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426464" cy="1828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83664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7984" y="1828800"/>
            <a:ext cx="1426464" cy="1828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57984" y="19202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24688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58768" y="1828800"/>
            <a:ext cx="1426464" cy="1828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58768" y="19202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24688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85232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59552" y="1828800"/>
            <a:ext cx="1426464" cy="1828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559552" y="19202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🗃️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650992" y="24688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vector DB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86016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60336" y="1828800"/>
            <a:ext cx="1426464" cy="1828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60336" y="19202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24688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model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hop is a place to attack, leak data or lose control.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· TROUBLE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is live, and real problems appear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a confidential document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088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8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8318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🎭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Tricked by a malicious prompt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🤥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up a confident answer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4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3514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up a huge bill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problem introduces one control in this deck.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lenses on AI security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🏰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AI system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data, model, APIs, infrastructure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852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AI behaviour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outputs, injection, hallucination, leakage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for defence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copilots, faster triage and detection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focuses on the first two.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by layer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and agents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371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over-permissioned tools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47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and data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947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Leakage, poisoned or over-shared documents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237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5237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weights, licence, misuse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0998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endpoint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0998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keys, abuse, denial of wallet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F6F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6758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6758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segmentation, shared GPUs, unencrypted data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SECURE ACCESS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talk to Nova?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MFA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088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8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8318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keys, rate limits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4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3514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first: every request carries who is asking.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SECURE ACCESS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infrastructure protection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🧱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endpoints, no public GPU nodes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 and at rest, including vector DB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tenancy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teams and customers on shared GPUs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🗝️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and keys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or KMS, rotate regularly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SECURE ACCESS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the endpoint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and per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852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quotas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denial of wallet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📏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limits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prompt size and file types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and bot control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abusive traffic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39852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🧾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39852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logging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asked what, when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AND RAG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leaks a confidential document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keep their permissions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088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8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8318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stores access rules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filters by user rights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4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3514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uses allowed docs only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Nova may only know what the asker may see.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AND RAG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leakage: risk and control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🌊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index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per-user access filters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🪪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in prompts and logs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redact and limit retention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your data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opt-out, contract terms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API retention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zero-retention or private hosting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seatbelts for the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filter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088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8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8318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system prompt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4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3514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🧾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review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what goes in, and check what comes out.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guardrails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harmful or off-brand content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852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🕵️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DLP redaction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personal or secret data leaving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limits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Nova on work topics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must cite retrieved sources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39852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🧰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39852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permissions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which actions agents may take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REAL-TIME PROBLEMS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hidden instructions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hides an instruction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088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8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8318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obeys 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leaks or tool misused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4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3514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🛑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untrusted text, least privilege, human approval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retrieved text like user input: never trusted.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REAL-TIME PROBLEMS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Hallucination, drift, latency, cost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🤥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with RAG, show citations, allow I do not know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regular evals, version prompts and models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🐢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spikes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Autoscale, cache, batch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runaway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quotas, smaller model routing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REAL-TIME PROBLEMS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Nova in production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errors, GPU use, cost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🧾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sources, decisions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Spikes, blocked prompts, leaks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attacks before customers do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GOVERNANCE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compliance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Acceptable-use policy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staff may ask and share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GDPR, India DPDP Act, EU AI 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🧑‍⚖️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for high-impact actions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inventory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versions, licences, owners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cheat-sheet: security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🪪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users sign in?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852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see which documents?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data go, and is it retained?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guardrails and logging exist?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39852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🧰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39852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tools can agents call?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6552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0268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20268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regulations apply?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request, now secured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1️⃣👤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login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0886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80" y="14173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83180" y="15087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2️⃣🚪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0574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limits and logs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5087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3️⃣📥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0574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40" y="14173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35140" y="15087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4️⃣🔎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20574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Permission-aware retrieval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7200" y="31089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5️⃣🖥️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576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generates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308860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83180" y="30175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583180" y="31089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6️⃣📤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2674620" y="36576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 + DLP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30175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709160" y="31089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7️⃣🧾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36576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60820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🪪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access come first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852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🌊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may only know what the asker may see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guardrails on input, output and actions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🎭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retrieved text as untrusted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39852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39852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everything, govern with policy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2026-09-28T18:04:00Z</dcterms:created>
  <dcterms:modified xsi:type="dcterms:W3CDTF">2026-09-28T18:04:00Z</dcterms:modified>
</cp:coreProperties>
</file>